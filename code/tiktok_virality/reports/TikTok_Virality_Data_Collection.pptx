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TikTok Music Virality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Data Collection Progress |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Objective: Analyze what makes songs go viral on TikTok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Approach: Collect multi-source music data for analysis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Goal: Build predictive models for song virality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Focus: Audio features, lyrics, and platform-specific metrics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Application: Help artists and labels optimize for TikTok success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Collection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Multi-platform approach for comprehensive coverage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TikTok trending tracks with Spotify audio features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Spotify editorial playlists (TikTok Viral collections)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Genius lyrics database for text analysis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Video and creator metadata from TikTok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Total: 490,000+ records across all 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Datasets Collected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6200"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Key Features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TikTok Trending Tracks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6,747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Audio features, popularity, tempo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Spotify TikTok Viral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Track metadata, playlist source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Genius Lyrics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480,000+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Full lyrics, artist metadata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TikTok Videos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1,400+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Views, likes, shares, hashtags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Trending 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Creator statistics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TikTok Trending Tracks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6,747 songs that trended on TikTok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Linked with Spotify audio features: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- Danceability, Energy, Valence (mood)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- Tempo, Key, Loudness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- Speechiness, Acousticness, Instrumentalness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Includes popularity scores and release dates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Perfect for ML feature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Spotify TikTok Viral Playlists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Scraped 3 major TikTok editorial playlists: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- TikTok Music 2026 Viral Trending (201 tracks)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- Viral TikTok Songs 2025 (131 tracks)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- TikTok Hits 2024 (229 tracks)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509 unique tracks after deduplication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Current/recent viral songs for validation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Includes track popularity and release dates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Genius Lyrics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480,000+ English songs with full lyrics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Source: HuggingFace (brunokreiner/genius-lyrics)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Enables NLP and sentiment analysis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Key fields: lyrics, artist, song title, metadata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302 MB dataset in Parquet format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Can be matched with TikTok/Spotify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Audio Features for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99"/>
                </a:solidFill>
              </a:defRPr>
            </a:pPr>
            <a:r>
              <a:t>Rhythm &amp;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Danceability: How suitable for dancing (0-1)</a:t>
            </a:r>
          </a:p>
          <a:p>
            <a:pPr>
              <a:spcAft>
                <a:spcPts val="800"/>
              </a:spcAft>
              <a:defRPr sz="1600"/>
            </a:pPr>
            <a:r>
              <a:t>• Energy: Intensity and activity (0-1)</a:t>
            </a:r>
          </a:p>
          <a:p>
            <a:pPr>
              <a:spcAft>
                <a:spcPts val="800"/>
              </a:spcAft>
              <a:defRPr sz="1600"/>
            </a:pPr>
            <a:r>
              <a:t>• Tempo: Beats per minute (BPM)</a:t>
            </a:r>
          </a:p>
          <a:p>
            <a:pPr>
              <a:spcAft>
                <a:spcPts val="800"/>
              </a:spcAft>
              <a:defRPr sz="1600"/>
            </a:pPr>
            <a:r>
              <a:t>• Loudness: Overall volume (dB)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8404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99"/>
                </a:solidFill>
              </a:defRPr>
            </a:pPr>
            <a:r>
              <a:t>Mood &amp; Character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Valence: Musical positivity (0-1)</a:t>
            </a:r>
          </a:p>
          <a:p>
            <a:pPr>
              <a:spcAft>
                <a:spcPts val="800"/>
              </a:spcAft>
              <a:defRPr sz="1600"/>
            </a:pPr>
            <a:r>
              <a:t>• Speechiness: Presence of words (0-1)</a:t>
            </a:r>
          </a:p>
          <a:p>
            <a:pPr>
              <a:spcAft>
                <a:spcPts val="800"/>
              </a:spcAft>
              <a:defRPr sz="1600"/>
            </a:pPr>
            <a:r>
              <a:t>• Acousticness: Acoustic vs electronic</a:t>
            </a:r>
          </a:p>
          <a:p>
            <a:pPr>
              <a:spcAft>
                <a:spcPts val="800"/>
              </a:spcAft>
              <a:defRPr sz="1600"/>
            </a:pPr>
            <a:r>
              <a:t>• Instrumentalness: Vocal presence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TikTok API (Unofficial) - Bot detection blocked all requests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- Tried TikTokApi library with multiple browser configs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- TikTok actively detects and blocks automated scraping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Tokchart.com - JavaScript-rendered, requires headless browser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TikTok Research API (Official) - Restricted access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- Only available to academic researchers (PhD students)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- Approval process takes approximately 4 weeks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Workaround: Used Kaggle datasets + Spotify API successfully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Collection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Automated Python scripts for reproducibility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Kaggle API for TikTok datasets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Spotify API (spotipy) for playlist extraction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HuggingFace datasets library for lyrics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Data stored in CSV and Parquet formats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Modular design for easy updates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99"/>
                </a:solidFill>
              </a:defRPr>
            </a:pPr>
            <a:r>
              <a:t>Data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Clean and preprocess all datasets</a:t>
            </a:r>
          </a:p>
          <a:p>
            <a:pPr>
              <a:spcAft>
                <a:spcPts val="800"/>
              </a:spcAft>
              <a:defRPr sz="1600"/>
            </a:pPr>
            <a:r>
              <a:t>• Match songs across platforms</a:t>
            </a:r>
          </a:p>
          <a:p>
            <a:pPr>
              <a:spcAft>
                <a:spcPts val="800"/>
              </a:spcAft>
              <a:defRPr sz="1600"/>
            </a:pPr>
            <a:r>
              <a:t>• Engineer virality features</a:t>
            </a:r>
          </a:p>
          <a:p>
            <a:pPr>
              <a:spcAft>
                <a:spcPts val="800"/>
              </a:spcAft>
              <a:defRPr sz="1600"/>
            </a:pPr>
            <a:r>
              <a:t>• Create train/test splits</a:t>
            </a:r>
          </a:p>
          <a:p>
            <a:pPr>
              <a:spcAft>
                <a:spcPts val="800"/>
              </a:spcAft>
              <a:defRPr sz="1600"/>
            </a:pPr>
            <a:r>
              <a:t>• Handle missing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8404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99"/>
                </a:solidFill>
              </a:defRPr>
            </a:pPr>
            <a:r>
              <a:t>Analysis &amp;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Exploratory data analysis (EDA)</a:t>
            </a:r>
          </a:p>
          <a:p>
            <a:pPr>
              <a:spcAft>
                <a:spcPts val="800"/>
              </a:spcAft>
              <a:defRPr sz="1600"/>
            </a:pPr>
            <a:r>
              <a:t>• Correlation analysis</a:t>
            </a:r>
          </a:p>
          <a:p>
            <a:pPr>
              <a:spcAft>
                <a:spcPts val="800"/>
              </a:spcAft>
              <a:defRPr sz="1600"/>
            </a:pPr>
            <a:r>
              <a:t>• NLP on lyrics (sentiment, topics)</a:t>
            </a:r>
          </a:p>
          <a:p>
            <a:pPr>
              <a:spcAft>
                <a:spcPts val="800"/>
              </a:spcAft>
              <a:defRPr sz="1600"/>
            </a:pPr>
            <a:r>
              <a:t>• Build classification models</a:t>
            </a:r>
          </a:p>
          <a:p>
            <a:pPr>
              <a:spcAft>
                <a:spcPts val="800"/>
              </a:spcAft>
              <a:defRPr sz="1600"/>
            </a:pPr>
            <a:r>
              <a:t>• Feature importance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Successfully collected 490,000+ music records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Multi-source approach: TikTok, Spotify, Genius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Rich audio features for ML modeling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Lyrics data enables NLP analysis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Pipeline ready for data processing phase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Foundation set for virality prediction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TikTok Music Virality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