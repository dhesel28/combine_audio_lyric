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54864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</a:rPr>
              <a:t>TikTok Viral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888888"/>
                </a:solidFill>
              </a:rPr>
              <a:t>Model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246120"/>
            <a:ext cx="4572000" cy="16459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October 14,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260604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0109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4,785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songs analyzed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4937760"/>
            <a:ext cx="260604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50109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95.6%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lyrics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937760"/>
            <a:ext cx="260604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50109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5,319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training songs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What we did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5214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Fetched lyrics for Summer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3619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4,785 songs via Genius API — went from 14% to 95.6% coverage.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505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Ran full model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Tested old models on 4,612 songs. Found they called 93-96% of non-hits viral. Old model scored everything at 0.92+ - no discrimination.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502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94176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Identified the 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33087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Original training set had only ~200 songs. Model learned 'good lyrics = viral' and could not distinguish TikTok virality from mainstream quality.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92624"/>
            <a:ext cx="502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47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92624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Retrained all 3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3153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New training set: 5,319 songs with proper negatives (Summer tiers 0/1 + Billboard flops). Models now separate viral from non-viral.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Training data — before vs.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88888"/>
                </a:solidFill>
              </a:rPr>
              <a:t>~200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91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songs in training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88888"/>
                </a:solidFill>
              </a:rPr>
              <a:t>~200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with lyrics (catalog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confirmed non-TikTok negatives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88888"/>
                </a:solidFill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Billboard songs as negatives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097280"/>
            <a:ext cx="54864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AFTER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463040"/>
            <a:ext cx="3931920" cy="228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554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5,319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songs in training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4,576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Summer Dataset lyrics (Genius)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2004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3,396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non-viral songs (proper negatives)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023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526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Billboard flops as hard negatives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Old model —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Evaluated on 3,916 Summer Dataset songs with true tier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60604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888888"/>
                </a:solidFill>
              </a:rPr>
              <a:t>30.1%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should be 65%+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08760"/>
            <a:ext cx="260604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2222"/>
                </a:solidFill>
              </a:rPr>
              <a:t>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Non-hits called viral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should be &lt;35%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260604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888888"/>
                </a:solidFill>
              </a:rPr>
              <a:t>0.92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Avg viral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everything near 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Tier-level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Songs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Predicted viral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Avg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05072"/>
            <a:ext cx="8229600" cy="109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4032504"/>
            <a:ext cx="832104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14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Non-hit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1,468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14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22"/>
                </a:solidFill>
              </a:rPr>
              <a:t>93%  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1148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0.892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9028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90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Minor hit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5902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1,418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590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22"/>
                </a:solidFill>
              </a:rPr>
              <a:t>96%  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590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0.928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4983480"/>
            <a:ext cx="832104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657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065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Major hit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0657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651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065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AA66"/>
                </a:solidFill>
              </a:rPr>
              <a:t>99% 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0657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0.971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5412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5412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Super hit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41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379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5412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AA66"/>
                </a:solidFill>
              </a:rPr>
              <a:t>99%  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412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0.969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New model — after retraining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Held-out test set: 1,064 songs  ·  80/20 stratified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60604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2AA66"/>
                </a:solidFill>
              </a:rPr>
              <a:t>67.2%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+37pts vs 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08760"/>
            <a:ext cx="260604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2AA66"/>
                </a:solidFill>
              </a:rPr>
              <a:t>0.694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AUC-ROC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was ~0.5 (random)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260604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2E"/>
                </a:solidFill>
              </a:rPr>
              <a:t>+0.142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Separation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viral vs non-viral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Score distribution — the key 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3931920" cy="8229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AA66"/>
                </a:solidFill>
              </a:rPr>
              <a:t>True viral songs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AA66"/>
                </a:solidFill>
              </a:rPr>
              <a:t>0.498 avg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0.491 median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023359"/>
            <a:ext cx="1593799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4023359"/>
            <a:ext cx="1593799" cy="274320"/>
          </a:xfrm>
          <a:prstGeom prst="rect">
            <a:avLst/>
          </a:prstGeom>
          <a:solidFill>
            <a:srgbClr val="22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37759"/>
            <a:ext cx="3931920" cy="8229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True non-viral songs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0.356 avg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0.349 median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5212079"/>
            <a:ext cx="1139342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5212079"/>
            <a:ext cx="1139342" cy="2743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Threshold: 0.50  ·  Viral songs now cluster above it, non-viral below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Model 1 — Line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Scores every lyric line for TikTok viral probability  ·  214,917 training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0604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AA66"/>
                </a:solidFill>
              </a:rPr>
              <a:t>0.832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5-fold CV F1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0604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361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AA66"/>
                </a:solidFill>
              </a:rPr>
              <a:t>85.2%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60604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361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214k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Training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Feature importances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906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repetition_score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906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0.936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163824"/>
            <a:ext cx="4707331" cy="2011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935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position_ratio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93591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0.046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666744"/>
            <a:ext cx="231343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96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word_count_norm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0965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0.009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169664"/>
            <a:ext cx="45720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99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positive_density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59943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0.003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4672584"/>
            <a:ext cx="45720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negative_density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1023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0.002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5175504"/>
            <a:ext cx="45720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05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energy_density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6052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0.001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5678424"/>
            <a:ext cx="45720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Repetition dominates (93.6%) — chorus lines repeat, verses don't. Position in song is the next most informative signal.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Re-evaluate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Run model_tester.py with the new models to get updated metrics across all 4,612 songs and compare directly to the old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4864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Add TikTok-specific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Current features capture lyric quality, not TikTok patterns. Add: short-line density, dance/movement vocabulary, challenge language, trending slang detection.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54864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Retrain with stronger negatives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Billboard flops (526 songs) are good hard negatives. Add more by scraping songs that peaked low on charts and have confirmed zero TikTok presence.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54864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Calibrate probabilities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12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Apply Platt scaling so 0.7 really means 70% likely viral, not just 'ranked in the top 30%'. Helps set better thresholds.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92240"/>
            <a:ext cx="822960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TikTok Viral Predictor  ·  Oct 14,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